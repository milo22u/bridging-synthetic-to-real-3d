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Bridging the Synthetic-to-Real Gap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3D Object Reconstruction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CNN-Transformer Approach with Domain Adaptation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1828800" cy="182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535 — Deep Learning  |  Oregon State University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Single-Image 3D Reconstruction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Goal: Predict a 3D point cloud from a single 2D image.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Challenge: Models trained on synthetic renders fail on real-world photos — this is the </a:t>
            </a:r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synthetic-to-real domain gap.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544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Synthetic Render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889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Real Photo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0" y="3474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How do we bridge this gap?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CNN-Transformer  |  17.0M Parameters  |  ResNet-18 + Cross-Attention + Transformer Decoder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164592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ResNet-18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Encoder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ImageNet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Pretrained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554480"/>
            <a:ext cx="164592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Cross-Attention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Bridge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2 layers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8 heads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1554480"/>
            <a:ext cx="164592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4 layers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8 heads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137160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6459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256→128→3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066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0" y="1554480"/>
            <a:ext cx="1188720" cy="13716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16459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 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1024×3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Output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383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Key Design Choices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Pretrained encoder — real-world features from ImageNet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1024 learnable query tokens → 1024 output points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Chamfer Distance loss (bidirectional)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Cosine annealing LR with 5-epoch warmup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383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Training Setup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RTX 4070 Ti Super (16 GB VRAM)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Cap3D ShapeNet renders (20 views/object)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5 core categories: airplane, car, chair, sofa, 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~17,900 training samples, ~2 min/epoch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8288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Chamfer Distance 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F-Score@0.05 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</a:rPr>
                        <a:t>Pix2Vox Baseline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</a:rPr>
                        <a:t>0.0911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</a:rPr>
                        <a:t>0.1857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3D CNN approach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Ours (5 categories)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0.0154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0.4383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base 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Ours + TTA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0.0153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0.4400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overall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Ours + Augmentation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0.0155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0.4333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Strategy 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Ours + DANN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0.0157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0.4344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Strategy 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Ours + AdaIN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</a:rPr>
                        <a:t>0.0329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Strategy 4 (hurts synthetic)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Ours (13 categories)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0.0161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0.4235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Full ShapeNet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model achieves 6× lower Chamfer Distance than Pix2Vox with similar parameter count (17M)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Adaptation Strategies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Strategy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Training-Time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Augmentation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Heavy color jitter, blur,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random erasing during training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CD: 0.0155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Slight regularization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effect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Strategy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Test-Time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Augmentation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10 augmented 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averaged at inference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CD: 0.0153 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result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(free improvement)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Strategy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DANN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Domain adversarial training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with real images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CD: 0.0157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Domain-invariant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features learned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23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Strategy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AdaIN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Style Transfer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Transform real 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to synthetic style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CD: 0.0329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Hurts synthetic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(designed for real)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Pretrained &gt; Scratch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ImageNet-pretrained encoder dramatically improves convergence and feature quality. Real-world pretraining inherently reduces the domain gap.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Transformer &gt; CNN for 3D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Cross-attention + self-attention (CD: 0.015) vastly outperforms 3D CNN decoder (Pix2Vox CD: 0.091) with same encoder and parameter count.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More Categories = Harder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5 categories (CD: 0.015) vs 13 categories (CD: 0.016). Model spreads capacity across diverse shapes, but still performs well.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TTA is Free &amp; Effective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3776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Test-time augmentation gives consistent improvement with zero retraining cost — best overall results.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Summary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Built a hybrid CNN-Transformer model for single-image 3D point cloud reconstruction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Achieved CD of 0.015 — 6× better than Pix2Vox baseline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Studied 4 domain adaptation strategies with systematic comparison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Demonstrated the synthetic-to-real gap on real photos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TTA provides the best cost-free improvement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Future Work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Scale to 2048+ points with gradient checkpointing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Use proper Cap3D point clouds (full 16K dense shapes)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Train on all 55 ShapeNet categories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Add mesh reconstruction from point clouds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Evaluate with GSO dataset (real 3D GT)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Bridging the Synthetic-to-Real Gap in 3D Object Reconstruction</dc:title>
  <dc:subject>PptxGenJS Presentation</dc:subject>
  <dc:creator>Mrinal</dc:creator>
  <cp:lastModifiedBy>Mrinal</cp:lastModifiedBy>
  <cp:revision>1</cp:revision>
  <dcterms:created xsi:type="dcterms:W3CDTF">2026-03-15T19:43:45Z</dcterms:created>
  <dcterms:modified xsi:type="dcterms:W3CDTF">2026-03-15T19:43:45Z</dcterms:modified>
</cp:coreProperties>
</file>